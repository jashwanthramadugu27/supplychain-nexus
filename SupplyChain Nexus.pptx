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7" r:id="rId4"/>
    <p:sldId id="269" r:id="rId5"/>
    <p:sldId id="270" r:id="rId6"/>
    <p:sldId id="281" r:id="rId7"/>
    <p:sldId id="282" r:id="rId8"/>
    <p:sldId id="284" r:id="rId9"/>
    <p:sldId id="285" r:id="rId10"/>
    <p:sldId id="286" r:id="rId11"/>
    <p:sldId id="291" r:id="rId12"/>
    <p:sldId id="289" r:id="rId13"/>
    <p:sldId id="290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E226"/>
    <a:srgbClr val="15F315"/>
    <a:srgbClr val="A58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75BD9-ECCD-4006-8EE4-D79BBB9E4EAA}" v="2" dt="2026-09-26T04:00:04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hwanth Ramadugu" userId="1c71cc3d4d2a2610" providerId="LiveId" clId="{F00FDBAF-AEDF-4953-B9A0-C993C8583806}"/>
    <pc:docChg chg="undo custSel addSld delSld modSld">
      <pc:chgData name="Jashwanth Ramadugu" userId="1c71cc3d4d2a2610" providerId="LiveId" clId="{F00FDBAF-AEDF-4953-B9A0-C993C8583806}" dt="2026-09-26T04:00:04.278" v="1769"/>
      <pc:docMkLst>
        <pc:docMk/>
      </pc:docMkLst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56"/>
        </pc:sldMkLst>
        <pc:spChg chg="mod">
          <ac:chgData name="Jashwanth Ramadugu" userId="1c71cc3d4d2a2610" providerId="LiveId" clId="{F00FDBAF-AEDF-4953-B9A0-C993C8583806}" dt="2026-08-30T14:18:40.181" v="1502" actId="1076"/>
          <ac:spMkLst>
            <pc:docMk/>
            <pc:sldMk cId="0" sldId="256"/>
            <ac:spMk id="77" creationId="{00000000-0000-0000-0000-000000000000}"/>
          </ac:spMkLst>
        </pc:spChg>
      </pc:sldChg>
      <pc:sldChg chg="add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57"/>
        </pc:sldMkLst>
        <pc:spChg chg="add mod">
          <ac:chgData name="Jashwanth Ramadugu" userId="1c71cc3d4d2a2610" providerId="LiveId" clId="{F00FDBAF-AEDF-4953-B9A0-C993C8583806}" dt="2026-08-30T12:23:00.087" v="116" actId="1076"/>
          <ac:spMkLst>
            <pc:docMk/>
            <pc:sldMk cId="0" sldId="257"/>
            <ac:spMk id="2" creationId="{2F65531F-6014-1ABC-FDCE-1FD03768F69F}"/>
          </ac:spMkLst>
        </pc:spChg>
        <pc:spChg chg="add mod">
          <ac:chgData name="Jashwanth Ramadugu" userId="1c71cc3d4d2a2610" providerId="LiveId" clId="{F00FDBAF-AEDF-4953-B9A0-C993C8583806}" dt="2026-08-30T12:28:19.849" v="318" actId="207"/>
          <ac:spMkLst>
            <pc:docMk/>
            <pc:sldMk cId="0" sldId="257"/>
            <ac:spMk id="3" creationId="{F159D3E1-E42B-AE40-3E55-2BA10047C899}"/>
          </ac:spMkLst>
        </pc:spChg>
        <pc:spChg chg="mod">
          <ac:chgData name="Jashwanth Ramadugu" userId="1c71cc3d4d2a2610" providerId="LiveId" clId="{F00FDBAF-AEDF-4953-B9A0-C993C8583806}" dt="2026-08-30T12:18:30.019" v="79" actId="207"/>
          <ac:spMkLst>
            <pc:docMk/>
            <pc:sldMk cId="0" sldId="257"/>
            <ac:spMk id="82" creationId="{00000000-0000-0000-0000-000000000000}"/>
          </ac:spMkLst>
        </pc:spChg>
        <pc:spChg chg="mod">
          <ac:chgData name="Jashwanth Ramadugu" userId="1c71cc3d4d2a2610" providerId="LiveId" clId="{F00FDBAF-AEDF-4953-B9A0-C993C8583806}" dt="2026-08-30T12:14:19.697" v="12" actId="255"/>
          <ac:spMkLst>
            <pc:docMk/>
            <pc:sldMk cId="0" sldId="257"/>
            <ac:spMk id="83" creationId="{00000000-0000-0000-0000-000000000000}"/>
          </ac:spMkLst>
        </pc:spChg>
        <pc:spChg chg="mod">
          <ac:chgData name="Jashwanth Ramadugu" userId="1c71cc3d4d2a2610" providerId="LiveId" clId="{F00FDBAF-AEDF-4953-B9A0-C993C8583806}" dt="2026-08-30T12:14:34.257" v="14" actId="1076"/>
          <ac:spMkLst>
            <pc:docMk/>
            <pc:sldMk cId="0" sldId="257"/>
            <ac:spMk id="84" creationId="{00000000-0000-0000-0000-000000000000}"/>
          </ac:spMkLst>
        </pc:spChg>
      </pc:sldChg>
      <pc:sldChg chg="add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67"/>
        </pc:sldMkLst>
        <pc:spChg chg="add mod">
          <ac:chgData name="Jashwanth Ramadugu" userId="1c71cc3d4d2a2610" providerId="LiveId" clId="{F00FDBAF-AEDF-4953-B9A0-C993C8583806}" dt="2026-08-30T13:55:35.396" v="1334" actId="1076"/>
          <ac:spMkLst>
            <pc:docMk/>
            <pc:sldMk cId="0" sldId="267"/>
            <ac:spMk id="2" creationId="{4A4391A6-9E8B-95F2-49BC-C5B98379C629}"/>
          </ac:spMkLst>
        </pc:spChg>
        <pc:spChg chg="mod">
          <ac:chgData name="Jashwanth Ramadugu" userId="1c71cc3d4d2a2610" providerId="LiveId" clId="{F00FDBAF-AEDF-4953-B9A0-C993C8583806}" dt="2026-08-30T13:55:46.205" v="1336" actId="1076"/>
          <ac:spMkLst>
            <pc:docMk/>
            <pc:sldMk cId="0" sldId="267"/>
            <ac:spMk id="155" creationId="{00000000-0000-0000-0000-000000000000}"/>
          </ac:spMkLst>
        </pc:spChg>
      </pc:sldChg>
      <pc:sldChg chg="add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69"/>
        </pc:sldMkLst>
        <pc:spChg chg="mod">
          <ac:chgData name="Jashwanth Ramadugu" userId="1c71cc3d4d2a2610" providerId="LiveId" clId="{F00FDBAF-AEDF-4953-B9A0-C993C8583806}" dt="2026-08-30T13:14:33.511" v="810" actId="1076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Jashwanth Ramadugu" userId="1c71cc3d4d2a2610" providerId="LiveId" clId="{F00FDBAF-AEDF-4953-B9A0-C993C8583806}" dt="2026-08-30T13:20:09.380" v="935" actId="13926"/>
          <ac:spMkLst>
            <pc:docMk/>
            <pc:sldMk cId="0" sldId="269"/>
            <ac:spMk id="4" creationId="{0E81D121-473C-69CE-8660-A10989F12E92}"/>
          </ac:spMkLst>
        </pc:spChg>
        <pc:spChg chg="mod">
          <ac:chgData name="Jashwanth Ramadugu" userId="1c71cc3d4d2a2610" providerId="LiveId" clId="{F00FDBAF-AEDF-4953-B9A0-C993C8583806}" dt="2026-08-30T13:18:36.596" v="920" actId="1076"/>
          <ac:spMkLst>
            <pc:docMk/>
            <pc:sldMk cId="0" sldId="269"/>
            <ac:spMk id="9" creationId="{47523F4C-91BA-423A-A252-990145AB8E71}"/>
          </ac:spMkLst>
        </pc:spChg>
      </pc:sldChg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70"/>
        </pc:sldMkLst>
        <pc:spChg chg="mod">
          <ac:chgData name="Jashwanth Ramadugu" userId="1c71cc3d4d2a2610" providerId="LiveId" clId="{F00FDBAF-AEDF-4953-B9A0-C993C8583806}" dt="2026-08-30T13:21:33.740" v="936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Jashwanth Ramadugu" userId="1c71cc3d4d2a2610" providerId="LiveId" clId="{F00FDBAF-AEDF-4953-B9A0-C993C8583806}" dt="2026-08-30T13:30:17.678" v="1132" actId="255"/>
          <ac:spMkLst>
            <pc:docMk/>
            <pc:sldMk cId="0" sldId="270"/>
            <ac:spMk id="3" creationId="{63DA4368-7D3E-8D32-FB84-4BF599A4BC8C}"/>
          </ac:spMkLst>
        </pc:spChg>
        <pc:spChg chg="add mod">
          <ac:chgData name="Jashwanth Ramadugu" userId="1c71cc3d4d2a2610" providerId="LiveId" clId="{F00FDBAF-AEDF-4953-B9A0-C993C8583806}" dt="2026-08-30T13:24:05.183" v="1026" actId="207"/>
          <ac:spMkLst>
            <pc:docMk/>
            <pc:sldMk cId="0" sldId="270"/>
            <ac:spMk id="5" creationId="{88449C26-7026-4C27-02FD-C3FA7658090A}"/>
          </ac:spMkLst>
        </pc:spChg>
        <pc:spChg chg="add mod">
          <ac:chgData name="Jashwanth Ramadugu" userId="1c71cc3d4d2a2610" providerId="LiveId" clId="{F00FDBAF-AEDF-4953-B9A0-C993C8583806}" dt="2026-08-30T13:27:16.042" v="1070" actId="207"/>
          <ac:spMkLst>
            <pc:docMk/>
            <pc:sldMk cId="0" sldId="270"/>
            <ac:spMk id="12" creationId="{CCF5643A-A223-7B0B-C6A3-599C8763F009}"/>
          </ac:spMkLst>
        </pc:spChg>
        <pc:spChg chg="add mod">
          <ac:chgData name="Jashwanth Ramadugu" userId="1c71cc3d4d2a2610" providerId="LiveId" clId="{F00FDBAF-AEDF-4953-B9A0-C993C8583806}" dt="2026-08-30T13:27:18.324" v="1071" actId="207"/>
          <ac:spMkLst>
            <pc:docMk/>
            <pc:sldMk cId="0" sldId="270"/>
            <ac:spMk id="14" creationId="{FDC5420C-26DF-2D12-A03B-167E7C3F579B}"/>
          </ac:spMkLst>
        </pc:spChg>
        <pc:spChg chg="add mod">
          <ac:chgData name="Jashwanth Ramadugu" userId="1c71cc3d4d2a2610" providerId="LiveId" clId="{F00FDBAF-AEDF-4953-B9A0-C993C8583806}" dt="2026-08-30T13:27:20.688" v="1072" actId="207"/>
          <ac:spMkLst>
            <pc:docMk/>
            <pc:sldMk cId="0" sldId="270"/>
            <ac:spMk id="16" creationId="{E35FA57C-6C66-DBE2-8A32-5D7101F02BFE}"/>
          </ac:spMkLst>
        </pc:spChg>
        <pc:spChg chg="add mod">
          <ac:chgData name="Jashwanth Ramadugu" userId="1c71cc3d4d2a2610" providerId="LiveId" clId="{F00FDBAF-AEDF-4953-B9A0-C993C8583806}" dt="2026-08-30T13:27:13.484" v="1069" actId="207"/>
          <ac:spMkLst>
            <pc:docMk/>
            <pc:sldMk cId="0" sldId="270"/>
            <ac:spMk id="18" creationId="{1A10E31A-2E00-CD55-CFFA-1F753FFF57A4}"/>
          </ac:spMkLst>
        </pc:spChg>
        <pc:spChg chg="add mod">
          <ac:chgData name="Jashwanth Ramadugu" userId="1c71cc3d4d2a2610" providerId="LiveId" clId="{F00FDBAF-AEDF-4953-B9A0-C993C8583806}" dt="2026-08-30T13:31:48.329" v="1165" actId="207"/>
          <ac:spMkLst>
            <pc:docMk/>
            <pc:sldMk cId="0" sldId="270"/>
            <ac:spMk id="19" creationId="{A8EAF779-501E-BCA2-3CC3-DAEBA99AC58A}"/>
          </ac:spMkLst>
        </pc:spChg>
        <pc:spChg chg="add mod">
          <ac:chgData name="Jashwanth Ramadugu" userId="1c71cc3d4d2a2610" providerId="LiveId" clId="{F00FDBAF-AEDF-4953-B9A0-C993C8583806}" dt="2026-08-30T13:31:53.482" v="1166" actId="207"/>
          <ac:spMkLst>
            <pc:docMk/>
            <pc:sldMk cId="0" sldId="270"/>
            <ac:spMk id="21" creationId="{102E3D2E-AA53-D464-7B2B-1FDBAB03D9FB}"/>
          </ac:spMkLst>
        </pc:spChg>
        <pc:spChg chg="add mod">
          <ac:chgData name="Jashwanth Ramadugu" userId="1c71cc3d4d2a2610" providerId="LiveId" clId="{F00FDBAF-AEDF-4953-B9A0-C993C8583806}" dt="2026-08-30T13:31:35.647" v="1164" actId="207"/>
          <ac:spMkLst>
            <pc:docMk/>
            <pc:sldMk cId="0" sldId="270"/>
            <ac:spMk id="23" creationId="{B9D2DE04-342F-9E32-EF60-E5740BA37D90}"/>
          </ac:spMkLst>
        </pc:spChg>
        <pc:spChg chg="add mod">
          <ac:chgData name="Jashwanth Ramadugu" userId="1c71cc3d4d2a2610" providerId="LiveId" clId="{F00FDBAF-AEDF-4953-B9A0-C993C8583806}" dt="2026-08-30T13:31:56.397" v="1167" actId="207"/>
          <ac:spMkLst>
            <pc:docMk/>
            <pc:sldMk cId="0" sldId="270"/>
            <ac:spMk id="25" creationId="{F14B35CE-C0BE-DD28-9F74-6EC38FFA7658}"/>
          </ac:spMkLst>
        </pc:spChg>
      </pc:sldChg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77"/>
        </pc:sldMkLst>
        <pc:spChg chg="mod">
          <ac:chgData name="Jashwanth Ramadugu" userId="1c71cc3d4d2a2610" providerId="LiveId" clId="{F00FDBAF-AEDF-4953-B9A0-C993C8583806}" dt="2026-08-30T13:04:01.569" v="529" actId="14100"/>
          <ac:spMkLst>
            <pc:docMk/>
            <pc:sldMk cId="0" sldId="277"/>
            <ac:spMk id="2" creationId="{00000000-0000-0000-0000-000000000000}"/>
          </ac:spMkLst>
        </pc:spChg>
        <pc:spChg chg="mod">
          <ac:chgData name="Jashwanth Ramadugu" userId="1c71cc3d4d2a2610" providerId="LiveId" clId="{F00FDBAF-AEDF-4953-B9A0-C993C8583806}" dt="2026-08-30T12:29:02.556" v="359" actId="255"/>
          <ac:spMkLst>
            <pc:docMk/>
            <pc:sldMk cId="0" sldId="277"/>
            <ac:spMk id="3" creationId="{54C52B99-C527-443B-B26A-B49ABDFB207B}"/>
          </ac:spMkLst>
        </pc:spChg>
        <pc:spChg chg="add mod">
          <ac:chgData name="Jashwanth Ramadugu" userId="1c71cc3d4d2a2610" providerId="LiveId" clId="{F00FDBAF-AEDF-4953-B9A0-C993C8583806}" dt="2026-08-30T13:04:36.649" v="530" actId="14861"/>
          <ac:spMkLst>
            <pc:docMk/>
            <pc:sldMk cId="0" sldId="277"/>
            <ac:spMk id="5" creationId="{32427358-9B6B-C2E9-F327-AC14B695853A}"/>
          </ac:spMkLst>
        </pc:spChg>
        <pc:spChg chg="add mod">
          <ac:chgData name="Jashwanth Ramadugu" userId="1c71cc3d4d2a2610" providerId="LiveId" clId="{F00FDBAF-AEDF-4953-B9A0-C993C8583806}" dt="2026-08-30T13:04:47.617" v="531" actId="14861"/>
          <ac:spMkLst>
            <pc:docMk/>
            <pc:sldMk cId="0" sldId="277"/>
            <ac:spMk id="7" creationId="{71B73299-3840-4FEE-0F95-C0C128E506B2}"/>
          </ac:spMkLst>
        </pc:spChg>
        <pc:spChg chg="add mod">
          <ac:chgData name="Jashwanth Ramadugu" userId="1c71cc3d4d2a2610" providerId="LiveId" clId="{F00FDBAF-AEDF-4953-B9A0-C993C8583806}" dt="2026-08-30T13:05:38.585" v="532" actId="14861"/>
          <ac:spMkLst>
            <pc:docMk/>
            <pc:sldMk cId="0" sldId="277"/>
            <ac:spMk id="9" creationId="{12837423-F567-DD67-15B1-92CA8FB6592A}"/>
          </ac:spMkLst>
        </pc:spChg>
        <pc:spChg chg="add mod">
          <ac:chgData name="Jashwanth Ramadugu" userId="1c71cc3d4d2a2610" providerId="LiveId" clId="{F00FDBAF-AEDF-4953-B9A0-C993C8583806}" dt="2026-08-30T13:05:43.878" v="533" actId="14861"/>
          <ac:spMkLst>
            <pc:docMk/>
            <pc:sldMk cId="0" sldId="277"/>
            <ac:spMk id="11" creationId="{037A01A1-6F0E-C33B-0228-4F21604639B5}"/>
          </ac:spMkLst>
        </pc:spChg>
        <pc:spChg chg="add mod">
          <ac:chgData name="Jashwanth Ramadugu" userId="1c71cc3d4d2a2610" providerId="LiveId" clId="{F00FDBAF-AEDF-4953-B9A0-C993C8583806}" dt="2026-08-30T13:03:19.708" v="523" actId="208"/>
          <ac:spMkLst>
            <pc:docMk/>
            <pc:sldMk cId="0" sldId="277"/>
            <ac:spMk id="14" creationId="{ABA3AB48-B141-F5A7-63A6-F89D034A7891}"/>
          </ac:spMkLst>
        </pc:spChg>
        <pc:spChg chg="add mod">
          <ac:chgData name="Jashwanth Ramadugu" userId="1c71cc3d4d2a2610" providerId="LiveId" clId="{F00FDBAF-AEDF-4953-B9A0-C993C8583806}" dt="2026-08-30T13:03:26.662" v="525" actId="208"/>
          <ac:spMkLst>
            <pc:docMk/>
            <pc:sldMk cId="0" sldId="277"/>
            <ac:spMk id="16" creationId="{75AF5656-1A4F-0FA3-15AD-F2D5CFB3599C}"/>
          </ac:spMkLst>
        </pc:spChg>
        <pc:spChg chg="add mod">
          <ac:chgData name="Jashwanth Ramadugu" userId="1c71cc3d4d2a2610" providerId="LiveId" clId="{F00FDBAF-AEDF-4953-B9A0-C993C8583806}" dt="2026-08-30T13:03:30.889" v="526" actId="208"/>
          <ac:spMkLst>
            <pc:docMk/>
            <pc:sldMk cId="0" sldId="277"/>
            <ac:spMk id="18" creationId="{26A73029-513C-0507-5C09-C4232E8D021D}"/>
          </ac:spMkLst>
        </pc:spChg>
        <pc:spChg chg="add mod">
          <ac:chgData name="Jashwanth Ramadugu" userId="1c71cc3d4d2a2610" providerId="LiveId" clId="{F00FDBAF-AEDF-4953-B9A0-C993C8583806}" dt="2026-08-30T13:11:04.167" v="760" actId="14861"/>
          <ac:spMkLst>
            <pc:docMk/>
            <pc:sldMk cId="0" sldId="277"/>
            <ac:spMk id="19" creationId="{56864B73-8B9D-5A72-4F7B-B55623B0A759}"/>
          </ac:spMkLst>
        </pc:spChg>
      </pc:sldChg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81"/>
        </pc:sldMkLst>
        <pc:spChg chg="mod">
          <ac:chgData name="Jashwanth Ramadugu" userId="1c71cc3d4d2a2610" providerId="LiveId" clId="{F00FDBAF-AEDF-4953-B9A0-C993C8583806}" dt="2026-08-30T13:34:06.963" v="1193" actId="1076"/>
          <ac:spMkLst>
            <pc:docMk/>
            <pc:sldMk cId="0" sldId="281"/>
            <ac:spMk id="5" creationId="{00000000-0000-0000-0000-000000000000}"/>
          </ac:spMkLst>
        </pc:spChg>
        <pc:graphicFrameChg chg="add mod modGraphic">
          <ac:chgData name="Jashwanth Ramadugu" userId="1c71cc3d4d2a2610" providerId="LiveId" clId="{F00FDBAF-AEDF-4953-B9A0-C993C8583806}" dt="2026-08-30T13:51:37.483" v="1274" actId="14100"/>
          <ac:graphicFrameMkLst>
            <pc:docMk/>
            <pc:sldMk cId="0" sldId="281"/>
            <ac:graphicFrameMk id="7" creationId="{DFA84902-C177-564E-BD37-AA8EBE426DAE}"/>
          </ac:graphicFrameMkLst>
        </pc:graphicFrameChg>
      </pc:sldChg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0" sldId="282"/>
        </pc:sldMkLst>
        <pc:spChg chg="add mod">
          <ac:chgData name="Jashwanth Ramadugu" userId="1c71cc3d4d2a2610" providerId="LiveId" clId="{F00FDBAF-AEDF-4953-B9A0-C993C8583806}" dt="2026-08-30T13:39:53.570" v="1206" actId="1076"/>
          <ac:spMkLst>
            <pc:docMk/>
            <pc:sldMk cId="0" sldId="282"/>
            <ac:spMk id="3" creationId="{F6B3522F-39A4-2120-DA98-328DEDA20221}"/>
          </ac:spMkLst>
        </pc:spChg>
        <pc:graphicFrameChg chg="add mod modGraphic">
          <ac:chgData name="Jashwanth Ramadugu" userId="1c71cc3d4d2a2610" providerId="LiveId" clId="{F00FDBAF-AEDF-4953-B9A0-C993C8583806}" dt="2026-08-30T13:52:45.719" v="1283" actId="14100"/>
          <ac:graphicFrameMkLst>
            <pc:docMk/>
            <pc:sldMk cId="0" sldId="282"/>
            <ac:graphicFrameMk id="5" creationId="{52A5257A-1EE1-971C-7448-13F4A4224245}"/>
          </ac:graphicFrameMkLst>
        </pc:graphicFrameChg>
      </pc:sldChg>
      <pc:sldChg chg="addSp modSp mod modTransition">
        <pc:chgData name="Jashwanth Ramadugu" userId="1c71cc3d4d2a2610" providerId="LiveId" clId="{F00FDBAF-AEDF-4953-B9A0-C993C8583806}" dt="2026-09-26T04:00:04.278" v="1769"/>
        <pc:sldMkLst>
          <pc:docMk/>
          <pc:sldMk cId="2271347484" sldId="284"/>
        </pc:sldMkLst>
        <pc:spChg chg="mod">
          <ac:chgData name="Jashwanth Ramadugu" userId="1c71cc3d4d2a2610" providerId="LiveId" clId="{F00FDBAF-AEDF-4953-B9A0-C993C8583806}" dt="2026-08-30T14:00:03.889" v="1384" actId="20577"/>
          <ac:spMkLst>
            <pc:docMk/>
            <pc:sldMk cId="2271347484" sldId="284"/>
            <ac:spMk id="2" creationId="{00000000-0000-0000-0000-000000000000}"/>
          </ac:spMkLst>
        </pc:spChg>
        <pc:spChg chg="mod">
          <ac:chgData name="Jashwanth Ramadugu" userId="1c71cc3d4d2a2610" providerId="LiveId" clId="{F00FDBAF-AEDF-4953-B9A0-C993C8583806}" dt="2026-08-30T13:56:33.984" v="1383" actId="1076"/>
          <ac:spMkLst>
            <pc:docMk/>
            <pc:sldMk cId="2271347484" sldId="284"/>
            <ac:spMk id="3" creationId="{00000000-0000-0000-0000-000000000000}"/>
          </ac:spMkLst>
        </pc:spChg>
        <pc:spChg chg="add mod">
          <ac:chgData name="Jashwanth Ramadugu" userId="1c71cc3d4d2a2610" providerId="LiveId" clId="{F00FDBAF-AEDF-4953-B9A0-C993C8583806}" dt="2026-08-30T14:10:20.296" v="1439" actId="1076"/>
          <ac:spMkLst>
            <pc:docMk/>
            <pc:sldMk cId="2271347484" sldId="284"/>
            <ac:spMk id="5" creationId="{173C3004-B004-CD21-26D5-5EC970767383}"/>
          </ac:spMkLst>
        </pc:spChg>
        <pc:spChg chg="add mod">
          <ac:chgData name="Jashwanth Ramadugu" userId="1c71cc3d4d2a2610" providerId="LiveId" clId="{F00FDBAF-AEDF-4953-B9A0-C993C8583806}" dt="2026-08-30T14:09:59.495" v="1437" actId="1076"/>
          <ac:spMkLst>
            <pc:docMk/>
            <pc:sldMk cId="2271347484" sldId="284"/>
            <ac:spMk id="6" creationId="{0AC3F11B-DC64-B5EB-74A0-D38E4F24028F}"/>
          </ac:spMkLst>
        </pc:spChg>
        <pc:picChg chg="add mod">
          <ac:chgData name="Jashwanth Ramadugu" userId="1c71cc3d4d2a2610" providerId="LiveId" clId="{F00FDBAF-AEDF-4953-B9A0-C993C8583806}" dt="2026-08-30T14:07:19.811" v="1410" actId="14100"/>
          <ac:picMkLst>
            <pc:docMk/>
            <pc:sldMk cId="2271347484" sldId="284"/>
            <ac:picMk id="4" creationId="{9CC5943D-4A1B-A2CE-D85C-BB87238375C7}"/>
          </ac:picMkLst>
        </pc:picChg>
      </pc:sldChg>
      <pc:sldChg chg="modSp mod modTransition">
        <pc:chgData name="Jashwanth Ramadugu" userId="1c71cc3d4d2a2610" providerId="LiveId" clId="{F00FDBAF-AEDF-4953-B9A0-C993C8583806}" dt="2026-09-26T04:00:04.278" v="1769"/>
        <pc:sldMkLst>
          <pc:docMk/>
          <pc:sldMk cId="2148928518" sldId="285"/>
        </pc:sldMkLst>
        <pc:spChg chg="mod">
          <ac:chgData name="Jashwanth Ramadugu" userId="1c71cc3d4d2a2610" providerId="LiveId" clId="{F00FDBAF-AEDF-4953-B9A0-C993C8583806}" dt="2026-08-30T14:13:40.330" v="1501" actId="207"/>
          <ac:spMkLst>
            <pc:docMk/>
            <pc:sldMk cId="2148928518" sldId="285"/>
            <ac:spMk id="2" creationId="{00000000-0000-0000-0000-000000000000}"/>
          </ac:spMkLst>
        </pc:spChg>
        <pc:spChg chg="mod">
          <ac:chgData name="Jashwanth Ramadugu" userId="1c71cc3d4d2a2610" providerId="LiveId" clId="{F00FDBAF-AEDF-4953-B9A0-C993C8583806}" dt="2026-08-30T14:10:50.959" v="1472" actId="1076"/>
          <ac:spMkLst>
            <pc:docMk/>
            <pc:sldMk cId="2148928518" sldId="285"/>
            <ac:spMk id="3" creationId="{00000000-0000-0000-0000-000000000000}"/>
          </ac:spMkLst>
        </pc:spChg>
      </pc:sldChg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1159472063" sldId="286"/>
        </pc:sldMkLst>
        <pc:spChg chg="mod">
          <ac:chgData name="Jashwanth Ramadugu" userId="1c71cc3d4d2a2610" providerId="LiveId" clId="{F00FDBAF-AEDF-4953-B9A0-C993C8583806}" dt="2026-08-30T14:21:48.394" v="1553" actId="14100"/>
          <ac:spMkLst>
            <pc:docMk/>
            <pc:sldMk cId="1159472063" sldId="286"/>
            <ac:spMk id="3" creationId="{00000000-0000-0000-0000-000000000000}"/>
          </ac:spMkLst>
        </pc:spChg>
        <pc:graphicFrameChg chg="add mod modGraphic">
          <ac:chgData name="Jashwanth Ramadugu" userId="1c71cc3d4d2a2610" providerId="LiveId" clId="{F00FDBAF-AEDF-4953-B9A0-C993C8583806}" dt="2026-08-30T14:26:52.182" v="1592"/>
          <ac:graphicFrameMkLst>
            <pc:docMk/>
            <pc:sldMk cId="1159472063" sldId="286"/>
            <ac:graphicFrameMk id="4" creationId="{D9A366CD-8BA5-49B4-58A4-9D9569EE7816}"/>
          </ac:graphicFrameMkLst>
        </pc:graphicFrameChg>
      </pc:sldChg>
      <pc:sldChg chg="addSp delSp modSp mod modTransition">
        <pc:chgData name="Jashwanth Ramadugu" userId="1c71cc3d4d2a2610" providerId="LiveId" clId="{F00FDBAF-AEDF-4953-B9A0-C993C8583806}" dt="2026-09-26T04:00:04.278" v="1769"/>
        <pc:sldMkLst>
          <pc:docMk/>
          <pc:sldMk cId="2145005096" sldId="289"/>
        </pc:sldMkLst>
        <pc:spChg chg="mod">
          <ac:chgData name="Jashwanth Ramadugu" userId="1c71cc3d4d2a2610" providerId="LiveId" clId="{F00FDBAF-AEDF-4953-B9A0-C993C8583806}" dt="2026-08-30T14:28:33.412" v="1671" actId="1076"/>
          <ac:spMkLst>
            <pc:docMk/>
            <pc:sldMk cId="2145005096" sldId="289"/>
            <ac:spMk id="2" creationId="{86AEE342-68AE-4DD7-B739-5F2DB9C4D8BD}"/>
          </ac:spMkLst>
        </pc:spChg>
        <pc:picChg chg="add mod">
          <ac:chgData name="Jashwanth Ramadugu" userId="1c71cc3d4d2a2610" providerId="LiveId" clId="{F00FDBAF-AEDF-4953-B9A0-C993C8583806}" dt="2026-08-30T14:29:37.148" v="1677" actId="1076"/>
          <ac:picMkLst>
            <pc:docMk/>
            <pc:sldMk cId="2145005096" sldId="289"/>
            <ac:picMk id="4" creationId="{C4345D71-18C9-34AE-AE03-712FC7ECACC6}"/>
          </ac:picMkLst>
        </pc:picChg>
        <pc:picChg chg="add mod modCrop">
          <ac:chgData name="Jashwanth Ramadugu" userId="1c71cc3d4d2a2610" providerId="LiveId" clId="{F00FDBAF-AEDF-4953-B9A0-C993C8583806}" dt="2026-08-30T14:31:00.816" v="1694" actId="1076"/>
          <ac:picMkLst>
            <pc:docMk/>
            <pc:sldMk cId="2145005096" sldId="289"/>
            <ac:picMk id="5" creationId="{06C492B6-CEE8-E96F-B2AC-29F762BBE6AD}"/>
          </ac:picMkLst>
        </pc:picChg>
      </pc:sldChg>
      <pc:sldChg chg="addSp modSp mod modTransition">
        <pc:chgData name="Jashwanth Ramadugu" userId="1c71cc3d4d2a2610" providerId="LiveId" clId="{F00FDBAF-AEDF-4953-B9A0-C993C8583806}" dt="2026-09-26T04:00:04.278" v="1769"/>
        <pc:sldMkLst>
          <pc:docMk/>
          <pc:sldMk cId="1591820936" sldId="290"/>
        </pc:sldMkLst>
        <pc:spChg chg="mod">
          <ac:chgData name="Jashwanth Ramadugu" userId="1c71cc3d4d2a2610" providerId="LiveId" clId="{F00FDBAF-AEDF-4953-B9A0-C993C8583806}" dt="2026-08-30T14:31:47.671" v="1720" actId="1076"/>
          <ac:spMkLst>
            <pc:docMk/>
            <pc:sldMk cId="1591820936" sldId="290"/>
            <ac:spMk id="2" creationId="{86AEE342-68AE-4DD7-B739-5F2DB9C4D8BD}"/>
          </ac:spMkLst>
        </pc:spChg>
        <pc:spChg chg="add mod">
          <ac:chgData name="Jashwanth Ramadugu" userId="1c71cc3d4d2a2610" providerId="LiveId" clId="{F00FDBAF-AEDF-4953-B9A0-C993C8583806}" dt="2026-08-30T14:33:54.549" v="1739" actId="1076"/>
          <ac:spMkLst>
            <pc:docMk/>
            <pc:sldMk cId="1591820936" sldId="290"/>
            <ac:spMk id="3" creationId="{E8F1FE86-2D01-80BB-FC11-4A31B5AF4C9D}"/>
          </ac:spMkLst>
        </pc:spChg>
      </pc:sldChg>
      <pc:sldChg chg="addSp modSp new mod modTransition">
        <pc:chgData name="Jashwanth Ramadugu" userId="1c71cc3d4d2a2610" providerId="LiveId" clId="{F00FDBAF-AEDF-4953-B9A0-C993C8583806}" dt="2026-09-26T04:00:04.278" v="1769"/>
        <pc:sldMkLst>
          <pc:docMk/>
          <pc:sldMk cId="3047458460" sldId="291"/>
        </pc:sldMkLst>
        <pc:spChg chg="add mod">
          <ac:chgData name="Jashwanth Ramadugu" userId="1c71cc3d4d2a2610" providerId="LiveId" clId="{F00FDBAF-AEDF-4953-B9A0-C993C8583806}" dt="2026-08-30T14:25:53.014" v="1582" actId="1076"/>
          <ac:spMkLst>
            <pc:docMk/>
            <pc:sldMk cId="3047458460" sldId="291"/>
            <ac:spMk id="2" creationId="{FAC9752F-33E2-4CCD-494E-DCE5172F6666}"/>
          </ac:spMkLst>
        </pc:spChg>
        <pc:graphicFrameChg chg="add mod modGraphic">
          <ac:chgData name="Jashwanth Ramadugu" userId="1c71cc3d4d2a2610" providerId="LiveId" clId="{F00FDBAF-AEDF-4953-B9A0-C993C8583806}" dt="2026-08-30T14:27:22.072" v="1595" actId="14861"/>
          <ac:graphicFrameMkLst>
            <pc:docMk/>
            <pc:sldMk cId="3047458460" sldId="291"/>
            <ac:graphicFrameMk id="3" creationId="{F052AF78-33F6-00F8-DACE-B3D6FBBF005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1bceb41e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1bceb41e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2" descr="A picture containing text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 descr="Chart&#10;&#10;Description automatically generated with medium confidenc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392" y="0"/>
            <a:ext cx="12182607" cy="686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9537287.2020.1768450?utm_source=chatgpt.com" TargetMode="External"/><Relationship Id="rId2" Type="http://schemas.openxmlformats.org/officeDocument/2006/relationships/hyperlink" Target="https://doi.org/10.1111/J.1540-5915.2007.00151.X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abs/pii/S0925527323001706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6-61617-0?utm_source=chatgpt.com" TargetMode="External"/><Relationship Id="rId2" Type="http://schemas.openxmlformats.org/officeDocument/2006/relationships/hyperlink" Target="https://doi.org/10.1016/j.eswa.2024.123226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90/app16136457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/>
        </p:nvSpPr>
        <p:spPr>
          <a:xfrm>
            <a:off x="817320" y="4115875"/>
            <a:ext cx="556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922483" y="3037676"/>
            <a:ext cx="696641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SzPts val="2400"/>
            </a:pPr>
            <a:r>
              <a:rPr lang="en-GB" sz="2800" b="1" dirty="0"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PROFESSIONAL 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ELECTIVE</a:t>
            </a:r>
            <a:r>
              <a:rPr lang="en-GB" sz="2800" b="1" dirty="0"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- 1</a:t>
            </a:r>
            <a:r>
              <a:rPr lang="en-GB" sz="3600" b="1" dirty="0">
                <a:solidFill>
                  <a:srgbClr val="703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lang="en-GB" sz="2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APPLIED DATA SCIENCE </a:t>
            </a:r>
          </a:p>
          <a:p>
            <a:pPr algn="ctr">
              <a:lnSpc>
                <a:spcPct val="150000"/>
              </a:lnSpc>
              <a:buSzPts val="2400"/>
            </a:pPr>
            <a:r>
              <a:rPr lang="en-GB" sz="2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MID-1 REVIEW</a:t>
            </a:r>
          </a:p>
          <a:p>
            <a:pPr algn="ctr">
              <a:lnSpc>
                <a:spcPct val="150000"/>
              </a:lnSpc>
              <a:buSzPts val="2400"/>
            </a:pPr>
            <a:endParaRPr lang="en-GB" sz="36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1bceb41e5_0_59"/>
          <p:cNvSpPr txBox="1"/>
          <p:nvPr/>
        </p:nvSpPr>
        <p:spPr>
          <a:xfrm>
            <a:off x="-1336430" y="1134795"/>
            <a:ext cx="14620738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SUPPLYCHAIN NEXUS</a:t>
            </a:r>
          </a:p>
          <a:p>
            <a:pPr algn="ctr"/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Disruption Propagation &amp; Recovery Planning</a:t>
            </a:r>
          </a:p>
          <a:p>
            <a:pPr algn="ctr"/>
            <a:endParaRPr lang="en-US" sz="2400" dirty="0"/>
          </a:p>
        </p:txBody>
      </p:sp>
      <p:sp>
        <p:nvSpPr>
          <p:cNvPr id="83" name="Google Shape;83;g321bceb41e5_0_59"/>
          <p:cNvSpPr txBox="1"/>
          <p:nvPr/>
        </p:nvSpPr>
        <p:spPr>
          <a:xfrm>
            <a:off x="-594360" y="5195013"/>
            <a:ext cx="5449824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Internal Expert</a:t>
            </a:r>
          </a:p>
          <a:p>
            <a:pPr algn="ctr"/>
            <a:r>
              <a:rPr lang="en-US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Mr. VISHNU VARDHAN</a:t>
            </a:r>
          </a:p>
          <a:p>
            <a:pPr algn="ctr"/>
            <a:r>
              <a:rPr lang="en-US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CSE - (AI &amp; ML) </a:t>
            </a:r>
          </a:p>
        </p:txBody>
      </p:sp>
      <p:sp>
        <p:nvSpPr>
          <p:cNvPr id="84" name="Google Shape;84;g321bceb41e5_0_59"/>
          <p:cNvSpPr txBox="1"/>
          <p:nvPr/>
        </p:nvSpPr>
        <p:spPr>
          <a:xfrm>
            <a:off x="5865175" y="5195013"/>
            <a:ext cx="4979964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</a:t>
            </a:r>
            <a:r>
              <a:rPr lang="en-US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Evaluator</a:t>
            </a:r>
            <a:endParaRPr sz="1600" b="1" dirty="0">
              <a:solidFill>
                <a:srgbClr val="1F1F1F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/>
            <a:r>
              <a:rPr lang="en-GB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</a:t>
            </a:r>
            <a:r>
              <a:rPr lang="en-GB" sz="1600" b="1" dirty="0" err="1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</a:t>
            </a:r>
            <a:r>
              <a:rPr lang="en-GB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DEVENDER NAYAK N</a:t>
            </a:r>
          </a:p>
          <a:p>
            <a:pPr algn="ctr"/>
            <a:r>
              <a:rPr lang="en-US" sz="1600" b="1" dirty="0">
                <a:solidFill>
                  <a:srgbClr val="1F1F1F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HOD CSE – (AI &amp; ML)</a:t>
            </a:r>
            <a:endParaRPr lang="en-GB" sz="1600" b="1" dirty="0">
              <a:solidFill>
                <a:srgbClr val="1F1F1F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65531F-6014-1ABC-FDCE-1FD03768F69F}"/>
              </a:ext>
            </a:extLst>
          </p:cNvPr>
          <p:cNvSpPr txBox="1"/>
          <p:nvPr/>
        </p:nvSpPr>
        <p:spPr>
          <a:xfrm>
            <a:off x="5084352" y="2243294"/>
            <a:ext cx="15616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– (AI &amp; ML)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– B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– 5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9D3E1-E42B-AE40-3E55-2BA10047C899}"/>
              </a:ext>
            </a:extLst>
          </p:cNvPr>
          <p:cNvSpPr txBox="1"/>
          <p:nvPr/>
        </p:nvSpPr>
        <p:spPr>
          <a:xfrm>
            <a:off x="2994408" y="3356149"/>
            <a:ext cx="55265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lvl="0" algn="ctr"/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IN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Jashwanth.R</a:t>
            </a: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 </a:t>
            </a: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24QM1A66A2 </a:t>
            </a:r>
          </a:p>
          <a:p>
            <a:pPr lvl="0" algn="ctr"/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Burdak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24QM1A66A1</a:t>
            </a:r>
          </a:p>
          <a:p>
            <a:pPr lvl="0" algn="ctr"/>
            <a:r>
              <a:rPr lang="en-IN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Bharath.C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  </a:t>
            </a: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25QM1A6605</a:t>
            </a:r>
          </a:p>
          <a:p>
            <a:pPr algn="ctr"/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64577" y="1396355"/>
            <a:ext cx="10501076" cy="34067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supply chains operate through a complex network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SUPPLIERS, PORTS, TRANSPORTATION ROUTES, FACTORIES AND WAREHOUSES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disruption at one critical point can propagate through connected operations, resulting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DELAYS, SHORTAGES, INCREASED COSTS AND OPERATIONAL LOSSES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organizations often need to understand not only where a disruption occurs, but also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far its impact may spread and what recovery action should be taken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2B99-C527-443B-B26A-B49ABDFB207B}"/>
              </a:ext>
            </a:extLst>
          </p:cNvPr>
          <p:cNvSpPr txBox="1"/>
          <p:nvPr/>
        </p:nvSpPr>
        <p:spPr>
          <a:xfrm>
            <a:off x="1064577" y="365760"/>
            <a:ext cx="5862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32427358-9B6B-C2E9-F327-AC14B695853A}"/>
              </a:ext>
            </a:extLst>
          </p:cNvPr>
          <p:cNvSpPr/>
          <p:nvPr/>
        </p:nvSpPr>
        <p:spPr>
          <a:xfrm>
            <a:off x="1235946" y="3893269"/>
            <a:ext cx="1577592" cy="604139"/>
          </a:xfrm>
          <a:prstGeom prst="flowChartProcess">
            <a:avLst/>
          </a:prstGeom>
          <a:solidFill>
            <a:srgbClr val="7030A0"/>
          </a:solidFill>
          <a:ln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DISRUPTION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71B73299-3840-4FEE-0F95-C0C128E506B2}"/>
              </a:ext>
            </a:extLst>
          </p:cNvPr>
          <p:cNvSpPr/>
          <p:nvPr/>
        </p:nvSpPr>
        <p:spPr>
          <a:xfrm>
            <a:off x="4057902" y="4000132"/>
            <a:ext cx="1577592" cy="612648"/>
          </a:xfrm>
          <a:prstGeom prst="flowChartProcess">
            <a:avLst/>
          </a:prstGeom>
          <a:solidFill>
            <a:srgbClr val="7030A0"/>
          </a:solidFill>
          <a:ln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PROPAGATION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12837423-F567-DD67-15B1-92CA8FB6592A}"/>
              </a:ext>
            </a:extLst>
          </p:cNvPr>
          <p:cNvSpPr/>
          <p:nvPr/>
        </p:nvSpPr>
        <p:spPr>
          <a:xfrm>
            <a:off x="6867307" y="4004386"/>
            <a:ext cx="1577592" cy="612648"/>
          </a:xfrm>
          <a:prstGeom prst="flowChartProcess">
            <a:avLst/>
          </a:prstGeom>
          <a:solidFill>
            <a:srgbClr val="7030A0"/>
          </a:solidFill>
          <a:ln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037A01A1-6F0E-C33B-0228-4F21604639B5}"/>
              </a:ext>
            </a:extLst>
          </p:cNvPr>
          <p:cNvSpPr/>
          <p:nvPr/>
        </p:nvSpPr>
        <p:spPr>
          <a:xfrm>
            <a:off x="9668084" y="4115504"/>
            <a:ext cx="1577592" cy="612648"/>
          </a:xfrm>
          <a:prstGeom prst="flowChartProcess">
            <a:avLst/>
          </a:prstGeom>
          <a:solidFill>
            <a:srgbClr val="7030A0"/>
          </a:solidFill>
          <a:ln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BA3AB48-B141-F5A7-63A6-F89D034A7891}"/>
              </a:ext>
            </a:extLst>
          </p:cNvPr>
          <p:cNvSpPr/>
          <p:nvPr/>
        </p:nvSpPr>
        <p:spPr>
          <a:xfrm>
            <a:off x="3147116" y="4119758"/>
            <a:ext cx="577208" cy="270787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5AF5656-1A4F-0FA3-15AD-F2D5CFB3599C}"/>
              </a:ext>
            </a:extLst>
          </p:cNvPr>
          <p:cNvSpPr/>
          <p:nvPr/>
        </p:nvSpPr>
        <p:spPr>
          <a:xfrm>
            <a:off x="5969072" y="4220827"/>
            <a:ext cx="564657" cy="280835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6A73029-513C-0507-5C09-C4232E8D021D}"/>
              </a:ext>
            </a:extLst>
          </p:cNvPr>
          <p:cNvSpPr/>
          <p:nvPr/>
        </p:nvSpPr>
        <p:spPr>
          <a:xfrm>
            <a:off x="8778477" y="4230874"/>
            <a:ext cx="556029" cy="312009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864B73-8B9D-5A72-4F7B-B55623B0A759}"/>
              </a:ext>
            </a:extLst>
          </p:cNvPr>
          <p:cNvSpPr/>
          <p:nvPr/>
        </p:nvSpPr>
        <p:spPr>
          <a:xfrm>
            <a:off x="1065202" y="5104563"/>
            <a:ext cx="10180473" cy="914400"/>
          </a:xfrm>
          <a:prstGeom prst="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PROBLEM :</a:t>
            </a:r>
          </a:p>
          <a:p>
            <a:pPr lvl="5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organizations understand the impact of a supply-chain disruption and identify the most suitable recovery strategy using data-driven analysis?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09015" y="1292225"/>
            <a:ext cx="9996170" cy="10525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ct val="60000"/>
              </a:spcAft>
            </a:pP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spcAft>
                <a:spcPct val="60000"/>
              </a:spcAft>
            </a:pP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09015" y="501247"/>
            <a:ext cx="6215750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: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7523F4C-91BA-423A-A252-990145AB8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015" y="1466192"/>
            <a:ext cx="1073153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PROPAGATION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Identify how a disruption at one supply-chain node can affect connected nodes.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Determine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downstream entities, operations and shipments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may be affected.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DELAY ANALYSIS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 historical data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relevant disruption risk or operational delay.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PLANNING 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Compare feasible alternatives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SUPPLIERS, ROUTES, PORTS AND TRANSPORTATION MODES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          support recovery decisions.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1D121-473C-69CE-8660-A10989F12E92}"/>
              </a:ext>
            </a:extLst>
          </p:cNvPr>
          <p:cNvSpPr txBox="1"/>
          <p:nvPr/>
        </p:nvSpPr>
        <p:spPr>
          <a:xfrm>
            <a:off x="908429" y="5273387"/>
            <a:ext cx="10832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DISRUPTION → TRACE THE IMPACT → ESTIMATE THE RISK → PLAN THE RECOVERY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08050" y="1311275"/>
            <a:ext cx="9987915" cy="463994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algn="just">
              <a:lnSpc>
                <a:spcPct val="100000"/>
              </a:lnSpc>
              <a:spcAft>
                <a:spcPct val="60000"/>
              </a:spcAft>
            </a:pP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A4368-7D3E-8D32-FB84-4BF599A4BC8C}"/>
              </a:ext>
            </a:extLst>
          </p:cNvPr>
          <p:cNvSpPr txBox="1"/>
          <p:nvPr/>
        </p:nvSpPr>
        <p:spPr>
          <a:xfrm>
            <a:off x="987204" y="466778"/>
            <a:ext cx="5501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 HOLDERS :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449C26-7026-4C27-02FD-C3FA7658090A}"/>
              </a:ext>
            </a:extLst>
          </p:cNvPr>
          <p:cNvSpPr/>
          <p:nvPr/>
        </p:nvSpPr>
        <p:spPr>
          <a:xfrm>
            <a:off x="4806037" y="2886389"/>
            <a:ext cx="2191940" cy="108522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SUPPLY-CHAIN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NEXUS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CF5643A-A223-7B0B-C6A3-599C8763F009}"/>
              </a:ext>
            </a:extLst>
          </p:cNvPr>
          <p:cNvSpPr/>
          <p:nvPr/>
        </p:nvSpPr>
        <p:spPr>
          <a:xfrm rot="1554747">
            <a:off x="6978139" y="3868693"/>
            <a:ext cx="798819" cy="35591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DC5420C-26DF-2D12-A03B-167E7C3F579B}"/>
              </a:ext>
            </a:extLst>
          </p:cNvPr>
          <p:cNvSpPr/>
          <p:nvPr/>
        </p:nvSpPr>
        <p:spPr>
          <a:xfrm rot="11916662">
            <a:off x="3971311" y="2679983"/>
            <a:ext cx="798819" cy="35591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35FA57C-6C66-DBE2-8A32-5D7101F02BFE}"/>
              </a:ext>
            </a:extLst>
          </p:cNvPr>
          <p:cNvSpPr/>
          <p:nvPr/>
        </p:nvSpPr>
        <p:spPr>
          <a:xfrm rot="8992060">
            <a:off x="4024807" y="3868692"/>
            <a:ext cx="798819" cy="35591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A10E31A-2E00-CD55-CFFA-1F753FFF57A4}"/>
              </a:ext>
            </a:extLst>
          </p:cNvPr>
          <p:cNvSpPr/>
          <p:nvPr/>
        </p:nvSpPr>
        <p:spPr>
          <a:xfrm rot="20185421">
            <a:off x="7035588" y="2706718"/>
            <a:ext cx="798819" cy="35591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EAF779-501E-BCA2-3CC3-DAEBA99AC58A}"/>
              </a:ext>
            </a:extLst>
          </p:cNvPr>
          <p:cNvSpPr/>
          <p:nvPr/>
        </p:nvSpPr>
        <p:spPr>
          <a:xfrm>
            <a:off x="8179358" y="1943538"/>
            <a:ext cx="2883877" cy="914400"/>
          </a:xfrm>
          <a:prstGeom prst="rect">
            <a:avLst/>
          </a:prstGeom>
          <a:solidFill>
            <a:srgbClr val="33E2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🏭 Manufacturers &amp; Distributors</a:t>
            </a:r>
          </a:p>
          <a:p>
            <a:pPr algn="ctr"/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2E3D2E-AA53-D464-7B2B-1FDBAB03D9FB}"/>
              </a:ext>
            </a:extLst>
          </p:cNvPr>
          <p:cNvSpPr/>
          <p:nvPr/>
        </p:nvSpPr>
        <p:spPr>
          <a:xfrm>
            <a:off x="744413" y="3924054"/>
            <a:ext cx="2883877" cy="914400"/>
          </a:xfrm>
          <a:prstGeom prst="rect">
            <a:avLst/>
          </a:prstGeom>
          <a:solidFill>
            <a:srgbClr val="33E2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🚚 Logistics &amp; Transportation Operators</a:t>
            </a:r>
          </a:p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D2DE04-342F-9E32-EF60-E5740BA37D90}"/>
              </a:ext>
            </a:extLst>
          </p:cNvPr>
          <p:cNvSpPr/>
          <p:nvPr/>
        </p:nvSpPr>
        <p:spPr>
          <a:xfrm>
            <a:off x="740780" y="1896888"/>
            <a:ext cx="2883877" cy="914400"/>
          </a:xfrm>
          <a:prstGeom prst="rect">
            <a:avLst/>
          </a:prstGeom>
          <a:solidFill>
            <a:srgbClr val="33E2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🚢 Supply Chain Managers</a:t>
            </a:r>
          </a:p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4B35CE-C0BE-DD28-9F74-6EC38FFA7658}"/>
              </a:ext>
            </a:extLst>
          </p:cNvPr>
          <p:cNvSpPr/>
          <p:nvPr/>
        </p:nvSpPr>
        <p:spPr>
          <a:xfrm>
            <a:off x="8179358" y="4023579"/>
            <a:ext cx="2883877" cy="914400"/>
          </a:xfrm>
          <a:prstGeom prst="rect">
            <a:avLst/>
          </a:prstGeom>
          <a:solidFill>
            <a:srgbClr val="33E2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🛒 Retailers &amp; Businesses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32205" y="973455"/>
            <a:ext cx="9938385" cy="535241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algn="just">
              <a:lnSpc>
                <a:spcPct val="150000"/>
              </a:lnSpc>
              <a:spcAft>
                <a:spcPct val="60000"/>
              </a:spcAft>
            </a:pPr>
            <a:endParaRPr lang="en-US" altLang="zh-CN" sz="1600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11332" y="412750"/>
            <a:ext cx="5439710" cy="560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SURVEY-1 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A84902-C177-564E-BD37-AA8EBE426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188487"/>
              </p:ext>
            </p:extLst>
          </p:nvPr>
        </p:nvGraphicFramePr>
        <p:xfrm>
          <a:off x="1014930" y="1262113"/>
          <a:ext cx="10186468" cy="471577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86808">
                  <a:extLst>
                    <a:ext uri="{9D8B030D-6E8A-4147-A177-3AD203B41FA5}">
                      <a16:colId xmlns:a16="http://schemas.microsoft.com/office/drawing/2014/main" val="2951088102"/>
                    </a:ext>
                  </a:extLst>
                </a:gridCol>
                <a:gridCol w="1586808">
                  <a:extLst>
                    <a:ext uri="{9D8B030D-6E8A-4147-A177-3AD203B41FA5}">
                      <a16:colId xmlns:a16="http://schemas.microsoft.com/office/drawing/2014/main" val="167002277"/>
                    </a:ext>
                  </a:extLst>
                </a:gridCol>
                <a:gridCol w="1586808">
                  <a:extLst>
                    <a:ext uri="{9D8B030D-6E8A-4147-A177-3AD203B41FA5}">
                      <a16:colId xmlns:a16="http://schemas.microsoft.com/office/drawing/2014/main" val="2808411845"/>
                    </a:ext>
                  </a:extLst>
                </a:gridCol>
                <a:gridCol w="1586808">
                  <a:extLst>
                    <a:ext uri="{9D8B030D-6E8A-4147-A177-3AD203B41FA5}">
                      <a16:colId xmlns:a16="http://schemas.microsoft.com/office/drawing/2014/main" val="3723241347"/>
                    </a:ext>
                  </a:extLst>
                </a:gridCol>
                <a:gridCol w="1586808">
                  <a:extLst>
                    <a:ext uri="{9D8B030D-6E8A-4147-A177-3AD203B41FA5}">
                      <a16:colId xmlns:a16="http://schemas.microsoft.com/office/drawing/2014/main" val="2875212939"/>
                    </a:ext>
                  </a:extLst>
                </a:gridCol>
                <a:gridCol w="2252428">
                  <a:extLst>
                    <a:ext uri="{9D8B030D-6E8A-4147-A177-3AD203B41FA5}">
                      <a16:colId xmlns:a16="http://schemas.microsoft.com/office/drawing/2014/main" val="2643649102"/>
                    </a:ext>
                  </a:extLst>
                </a:gridCol>
              </a:tblGrid>
              <a:tr h="4167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Focus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01128124"/>
                  </a:ext>
                </a:extLst>
              </a:tr>
              <a:tr h="1532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Severity of Supply Chain Disruptions: Design Characteristics and Mitigation Capabilities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Craighead et al.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Disruption severity, node criticality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 criticality, complexity and density influence disruption severity.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Paper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44409057"/>
                  </a:ext>
                </a:extLst>
              </a:tr>
              <a:tr h="1532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Digital Supply Chain Twin for Managing the Disruption Risks and Resilience in the Era of Industry 4.0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Ivanov &amp;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Dolgui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twin, disruption modelling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</a:t>
                      </a: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supply-chain visibility, disruption analysis and resilience decisions.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Paper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45898301"/>
                  </a:ext>
                </a:extLst>
              </a:tr>
              <a:tr h="12332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Digital Twin (iDT) for Supply Chain Stress-Testing, Resilience, and Viability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Ivanov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analytics, decision support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</a:t>
                      </a: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analytics and decision support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disruption and resilience analysis.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Paper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464192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32205" y="973455"/>
            <a:ext cx="9938385" cy="535241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algn="just">
              <a:lnSpc>
                <a:spcPct val="150000"/>
              </a:lnSpc>
              <a:spcAft>
                <a:spcPct val="60000"/>
              </a:spcAft>
            </a:pPr>
            <a:endParaRPr lang="en-US" altLang="zh-CN" sz="1600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B3522F-39A4-2120-DA98-328DEDA20221}"/>
              </a:ext>
            </a:extLst>
          </p:cNvPr>
          <p:cNvSpPr txBox="1"/>
          <p:nvPr/>
        </p:nvSpPr>
        <p:spPr>
          <a:xfrm>
            <a:off x="1024931" y="451806"/>
            <a:ext cx="46021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SURVEY-2 :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A5257A-1EE1-971C-7448-13F4A4224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61515"/>
              </p:ext>
            </p:extLst>
          </p:nvPr>
        </p:nvGraphicFramePr>
        <p:xfrm>
          <a:off x="1024931" y="1089342"/>
          <a:ext cx="10142136" cy="51206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90356">
                  <a:extLst>
                    <a:ext uri="{9D8B030D-6E8A-4147-A177-3AD203B41FA5}">
                      <a16:colId xmlns:a16="http://schemas.microsoft.com/office/drawing/2014/main" val="2691425710"/>
                    </a:ext>
                  </a:extLst>
                </a:gridCol>
                <a:gridCol w="1690356">
                  <a:extLst>
                    <a:ext uri="{9D8B030D-6E8A-4147-A177-3AD203B41FA5}">
                      <a16:colId xmlns:a16="http://schemas.microsoft.com/office/drawing/2014/main" val="4205781022"/>
                    </a:ext>
                  </a:extLst>
                </a:gridCol>
                <a:gridCol w="1690356">
                  <a:extLst>
                    <a:ext uri="{9D8B030D-6E8A-4147-A177-3AD203B41FA5}">
                      <a16:colId xmlns:a16="http://schemas.microsoft.com/office/drawing/2014/main" val="517201521"/>
                    </a:ext>
                  </a:extLst>
                </a:gridCol>
                <a:gridCol w="1690356">
                  <a:extLst>
                    <a:ext uri="{9D8B030D-6E8A-4147-A177-3AD203B41FA5}">
                      <a16:colId xmlns:a16="http://schemas.microsoft.com/office/drawing/2014/main" val="2845415208"/>
                    </a:ext>
                  </a:extLst>
                </a:gridCol>
                <a:gridCol w="1690356">
                  <a:extLst>
                    <a:ext uri="{9D8B030D-6E8A-4147-A177-3AD203B41FA5}">
                      <a16:colId xmlns:a16="http://schemas.microsoft.com/office/drawing/2014/main" val="3414495334"/>
                    </a:ext>
                  </a:extLst>
                </a:gridCol>
                <a:gridCol w="1690356">
                  <a:extLst>
                    <a:ext uri="{9D8B030D-6E8A-4147-A177-3AD203B41FA5}">
                      <a16:colId xmlns:a16="http://schemas.microsoft.com/office/drawing/2014/main" val="1137454929"/>
                    </a:ext>
                  </a:extLst>
                </a:gridCol>
              </a:tblGrid>
              <a:tr h="256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Focus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130118200"/>
                  </a:ext>
                </a:extLst>
              </a:tr>
              <a:tr h="1455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Supply Chain Resilience: A Machine Learning Approach for Predicting Product Availability Dates Under Disruption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Camur et al.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and Gradient Boosting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performed strongly for predicting product availability under disruption.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Paper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14713770"/>
                  </a:ext>
                </a:extLst>
              </a:tr>
              <a:tr h="1284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Expert System for Logistics Disruption Prediction and Mitigation in Global Supply Chains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Zhao, Chen &amp; Busababodhin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Graph-based risk inference + ensemble forecasting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</a:t>
                      </a: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propagation, disruption prediction and mitigation decisions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Paper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64195681"/>
                  </a:ext>
                </a:extLst>
              </a:tr>
              <a:tr h="1798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Tipping Point or False Alarm? An Interpretable Machine Learning Framework for Early Warning of Supply Chain Disruptions Under Multi-Source Uncertainty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Wang, Guo &amp; Shi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ML + early warning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machine learning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identify disruption warning signals under uncertain conditions.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Paper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151117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09015" y="1292225"/>
            <a:ext cx="9996170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0000"/>
              </a:lnSpc>
              <a:spcAft>
                <a:spcPct val="60000"/>
              </a:spcAft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09015" y="415045"/>
            <a:ext cx="4610149" cy="5503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:</a:t>
            </a:r>
          </a:p>
        </p:txBody>
      </p:sp>
      <p:pic>
        <p:nvPicPr>
          <p:cNvPr id="4" name="Picture 3" descr="Kinaxis New AI Capabilities Accelerate Intelligent End-to-End Supply Chain Control from the C-Suite to Production Floor">
            <a:extLst>
              <a:ext uri="{FF2B5EF4-FFF2-40B4-BE49-F238E27FC236}">
                <a16:creationId xmlns:a16="http://schemas.microsoft.com/office/drawing/2014/main" id="{9CC5943D-4A1B-A2CE-D85C-BB872383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15" y="1292226"/>
            <a:ext cx="5346065" cy="27988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38500" dist="508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3C3004-B004-CD21-26D5-5EC970767383}"/>
              </a:ext>
            </a:extLst>
          </p:cNvPr>
          <p:cNvSpPr txBox="1"/>
          <p:nvPr/>
        </p:nvSpPr>
        <p:spPr>
          <a:xfrm>
            <a:off x="6557839" y="1968085"/>
            <a:ext cx="50510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Risk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Tracks supplier performance and risks.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Visibility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Monitors shipment status and delivery progress.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Alerts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Identifies operational disruptions and exceptions.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Prediction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Estimates potential delivery or operational delays.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Helps identify efficient transportation routes.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Mapping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Provides visibility into connected supply-chain entities.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Supports risk assessment and operational decisions.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3F11B-DC64-B5EB-74A0-D38E4F24028F}"/>
              </a:ext>
            </a:extLst>
          </p:cNvPr>
          <p:cNvSpPr txBox="1"/>
          <p:nvPr/>
        </p:nvSpPr>
        <p:spPr>
          <a:xfrm rot="10800000" flipV="1">
            <a:off x="1625239" y="5422828"/>
            <a:ext cx="911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1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Existing solutions often address individual functions rather than connecting </a:t>
            </a:r>
            <a:r>
              <a:rPr lang="en-IN" sz="1800" b="1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DISRUPTION → PROPAGATION → IMPACT → RECOVERY</a:t>
            </a:r>
            <a:r>
              <a:rPr lang="en-IN" sz="1800" dirty="0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227134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09015" y="1253077"/>
            <a:ext cx="9996170" cy="507831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Data Integration</a:t>
            </a: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Combines supply-chain, transportation and disruption data into one analytical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Disruption Propagation Analysis</a:t>
            </a:r>
            <a:r>
              <a:rPr lang="en-IN" sz="1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Uses network relationships to trace how a disruption can spread across connected nodes.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</a:t>
            </a: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Identifies potentially affected suppliers, routes, facilities and downstream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Risk Analysis</a:t>
            </a: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Uses historical data to estimate relevant disruption risks or operational delays.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Planning</a:t>
            </a:r>
            <a:r>
              <a:rPr lang="en-IN" sz="1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Compares feasible alternatives such as suppliers, routes, ports and transportation modes.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</a:t>
            </a: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Presents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recovery options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interactive dashboards and 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09015" y="408701"/>
            <a:ext cx="4705985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:</a:t>
            </a:r>
          </a:p>
        </p:txBody>
      </p:sp>
    </p:spTree>
    <p:extLst>
      <p:ext uri="{BB962C8B-B14F-4D97-AF65-F5344CB8AC3E}">
        <p14:creationId xmlns:p14="http://schemas.microsoft.com/office/powerpoint/2010/main" val="214892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009015" y="448457"/>
            <a:ext cx="4924646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A366CD-8BA5-49B4-58A4-9D9569EE7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25999"/>
              </p:ext>
            </p:extLst>
          </p:nvPr>
        </p:nvGraphicFramePr>
        <p:xfrm>
          <a:off x="1654313" y="1822946"/>
          <a:ext cx="8086036" cy="3027346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  <a:tableStyleId>{284E427A-3D55-4303-BF80-6455036E1DE7}</a:tableStyleId>
              </a:tblPr>
              <a:tblGrid>
                <a:gridCol w="4043018">
                  <a:extLst>
                    <a:ext uri="{9D8B030D-6E8A-4147-A177-3AD203B41FA5}">
                      <a16:colId xmlns:a16="http://schemas.microsoft.com/office/drawing/2014/main" val="3221011728"/>
                    </a:ext>
                  </a:extLst>
                </a:gridCol>
                <a:gridCol w="4043018">
                  <a:extLst>
                    <a:ext uri="{9D8B030D-6E8A-4147-A177-3AD203B41FA5}">
                      <a16:colId xmlns:a16="http://schemas.microsoft.com/office/drawing/2014/main" val="722421994"/>
                    </a:ext>
                  </a:extLst>
                </a:gridCol>
              </a:tblGrid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Requirements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Non-Functional Requirements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2991180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integration from multiple sources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analytical results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53404203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Supply-chain disruption analysis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efficient processing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40797673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Disruption impact assessment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larger datasets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12179097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risk / delay prediction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Usability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dashboards and interface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04789917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Recovery alternative comparison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system modules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81267687"/>
                  </a:ext>
                </a:extLst>
              </a:tr>
              <a:tr h="432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&amp; Streamlit visualization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across scenarios</a:t>
                      </a:r>
                    </a:p>
                  </a:txBody>
                  <a:tcPr anchor="ctr">
                    <a:cell3D prstMaterial="dkEdge">
                      <a:bevel prst="slop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8312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472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9752F-33E2-4CCD-494E-DCE5172F6666}"/>
              </a:ext>
            </a:extLst>
          </p:cNvPr>
          <p:cNvSpPr txBox="1"/>
          <p:nvPr/>
        </p:nvSpPr>
        <p:spPr>
          <a:xfrm>
            <a:off x="964095" y="467139"/>
            <a:ext cx="2738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:</a:t>
            </a:r>
            <a:endParaRPr lang="en-IN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52AF78-33F6-00F8-DACE-B3D6FBBF0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873293"/>
              </p:ext>
            </p:extLst>
          </p:nvPr>
        </p:nvGraphicFramePr>
        <p:xfrm>
          <a:off x="1882913" y="1246440"/>
          <a:ext cx="8128000" cy="46156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{69C7853C-536D-4A76-A0AE-DD22124D55A5}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965173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48895843"/>
                    </a:ext>
                  </a:extLst>
                </a:gridCol>
              </a:tblGrid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  <a:endParaRPr lang="en-IN" dirty="0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6502299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Python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analysis &amp; machine learning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29893505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Pandas / NumPy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processing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27014236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Scikit-learn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model development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61569542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NetworkX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Supply-chain network analysis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18926623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MySQL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storage &amp; management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41927572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Power BI</a:t>
                      </a:r>
                      <a:endParaRPr lang="en-IN" dirty="0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 &amp; dashboards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3732550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Streamlit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decision-support interface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11519381"/>
                  </a:ext>
                </a:extLst>
              </a:tr>
              <a:tr h="51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VS Code</a:t>
                      </a:r>
                      <a:endParaRPr lang="en-IN"/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 environment</a:t>
                      </a:r>
                    </a:p>
                  </a:txBody>
                  <a:tcPr anchor="ctr"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587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458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EE342-68AE-4DD7-B739-5F2DB9C4D8BD}"/>
              </a:ext>
            </a:extLst>
          </p:cNvPr>
          <p:cNvSpPr txBox="1"/>
          <p:nvPr/>
        </p:nvSpPr>
        <p:spPr>
          <a:xfrm>
            <a:off x="998357" y="362309"/>
            <a:ext cx="5197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45D71-18C9-34AE-AE03-712FC7EC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3128404" y="3545091"/>
            <a:ext cx="85349" cy="45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C492B6-CEE8-E96F-B2AC-29F762BBE6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652" y="1288381"/>
            <a:ext cx="9352695" cy="4604857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145005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EE342-68AE-4DD7-B739-5F2DB9C4D8BD}"/>
              </a:ext>
            </a:extLst>
          </p:cNvPr>
          <p:cNvSpPr txBox="1"/>
          <p:nvPr/>
        </p:nvSpPr>
        <p:spPr>
          <a:xfrm>
            <a:off x="998358" y="451598"/>
            <a:ext cx="473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endParaRPr lang="en-IN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1FE86-2D01-80BB-FC11-4A31B5AF4C9D}"/>
              </a:ext>
            </a:extLst>
          </p:cNvPr>
          <p:cNvSpPr txBox="1"/>
          <p:nvPr/>
        </p:nvSpPr>
        <p:spPr>
          <a:xfrm>
            <a:off x="2239617" y="1938129"/>
            <a:ext cx="77127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SupplyChain</a:t>
            </a: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Nexus</a:t>
            </a: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 challenge of understanding how supply-chain disruptions propagate across interconnected operations.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</a:t>
            </a: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ANALYSIS, MACHINE LEARNING AND NETWORK ANALYSIS</a:t>
            </a:r>
            <a:r>
              <a:rPr lang="en-IN" sz="1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assess disruption impact. 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further supports </a:t>
            </a: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PLANNING</a:t>
            </a:r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feasible alternatives for disrupted supply-chain operations. </a:t>
            </a:r>
          </a:p>
          <a:p>
            <a:pPr lvl="0"/>
            <a:endParaRPr lang="en-IN" sz="18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architecture and requirements establish the foundation for the </a:t>
            </a:r>
            <a:r>
              <a:rPr lang="en-IN" sz="18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EVALUATION</a:t>
            </a:r>
            <a:r>
              <a:rPr lang="en-IN" sz="1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20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3465804" y="2828856"/>
            <a:ext cx="688977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“Your Attention is Greatly Appreciated”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altLang="en-GB" sz="2400" b="1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391A6-9E8B-95F2-49BC-C5B98379C629}"/>
              </a:ext>
            </a:extLst>
          </p:cNvPr>
          <p:cNvSpPr txBox="1"/>
          <p:nvPr/>
        </p:nvSpPr>
        <p:spPr>
          <a:xfrm>
            <a:off x="8946220" y="5543550"/>
            <a:ext cx="14093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 TEAM 5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949</Words>
  <Application>Microsoft Office PowerPoint</Application>
  <PresentationFormat>Widescreen</PresentationFormat>
  <Paragraphs>165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saiha</dc:creator>
  <cp:lastModifiedBy>Jashwanth Ramadugu</cp:lastModifiedBy>
  <cp:revision>40</cp:revision>
  <dcterms:created xsi:type="dcterms:W3CDTF">2025-02-03T15:16:00Z</dcterms:created>
  <dcterms:modified xsi:type="dcterms:W3CDTF">2026-09-26T04:00:08Z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CB38E5B847ED4CEE8D73135E54E21E6D_13</vt:lpwstr>
  </property>
  <property fmtid="{D5CDD505-2E9C-101B-9397-08002B2CF9AE}" pid="3" name="KSOProductBuildVer">
    <vt:lpwstr>1033-12.2.0.20323</vt:lpwstr>
  </property>
</Properties>
</file>